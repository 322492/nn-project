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2676c99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2676c99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2676c99e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2676c99e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2676c99e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2676c99e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Neural Networks. Theory and Practice.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Requirements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The final presentation should include: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problem description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methodology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key experiments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results and conclusions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Project Topic Meeting (6 points) - March 31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Prepare slides with the following information: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project topic and group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chosen problem and its </a:t>
            </a:r>
            <a:r>
              <a:rPr lang="pl"/>
              <a:t>definition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chosen dataset, its format and example data points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Evaluation is based 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clarity of the problem definition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suitability of the chosen dataset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feasibility of the project scope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quality of the proposed approach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Example: Problem definition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The task of multiclass image classification can be defined as follows: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Given: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l"/>
              <a:t>Dataset 𝒟 = {(𝐈₁, 𝐲₁), (𝐈₂, 𝐲₂), …, (𝐈ₙ, 𝐲ₙ)}, where:</a:t>
            </a:r>
            <a:endParaRPr/>
          </a:p>
          <a:p>
            <a:pPr indent="-31051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l" sz="1517"/>
              <a:t>𝐈ᵢ ∊ ℝ^(H✕W✕C) are images</a:t>
            </a:r>
            <a:endParaRPr sz="1517"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92247"/>
              <a:buChar char="○"/>
            </a:pPr>
            <a:r>
              <a:rPr lang="pl" sz="1517"/>
              <a:t>𝐲ᵢ ∊ 𝓛 = {l</a:t>
            </a:r>
            <a:r>
              <a:rPr lang="pl" sz="1917"/>
              <a:t>₁</a:t>
            </a:r>
            <a:r>
              <a:rPr lang="pl" sz="1517"/>
              <a:t>, l</a:t>
            </a:r>
            <a:r>
              <a:rPr lang="pl" sz="1917"/>
              <a:t>₂</a:t>
            </a:r>
            <a:r>
              <a:rPr lang="pl" sz="1517"/>
              <a:t>, …, lₖ} are their corresponding labels</a:t>
            </a:r>
            <a:endParaRPr sz="151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Find: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l"/>
              <a:t>A function f: </a:t>
            </a:r>
            <a:r>
              <a:rPr lang="pl" sz="1517"/>
              <a:t>ℝ</a:t>
            </a:r>
            <a:r>
              <a:rPr lang="pl"/>
              <a:t>^(H✕W✕C) -&gt; </a:t>
            </a:r>
            <a:r>
              <a:rPr lang="pl" sz="1517"/>
              <a:t>𝓛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Such that: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l"/>
              <a:t>f maximizes the probability P(f(𝐈) = 𝐲) of predicting the correct class for any image drawn from the underlying distribution, including images not present in 𝒟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